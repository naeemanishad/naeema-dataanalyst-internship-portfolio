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Garet Light" charset="1" panose="00000000000000000000"/>
      <p:regular r:id="rId22"/>
    </p:embeddedFont>
    <p:embeddedFont>
      <p:font typeface="DM Sans" charset="1" panose="00000000000000000000"/>
      <p:regular r:id="rId23"/>
    </p:embeddedFont>
    <p:embeddedFont>
      <p:font typeface="Gotham" charset="1" panose="00000000000000000000"/>
      <p:regular r:id="rId24"/>
    </p:embeddedFont>
    <p:embeddedFont>
      <p:font typeface="Gotham Bold" charset="1" panose="00000000000000000000"/>
      <p:regular r:id="rId25"/>
    </p:embeddedFont>
    <p:embeddedFont>
      <p:font typeface="Stinger Fit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178" y="947967"/>
            <a:ext cx="1743523" cy="663663"/>
          </a:xfrm>
          <a:custGeom>
            <a:avLst/>
            <a:gdLst/>
            <a:ahLst/>
            <a:cxnLst/>
            <a:rect r="r" b="b" t="t" l="l"/>
            <a:pathLst>
              <a:path h="663663" w="1743523">
                <a:moveTo>
                  <a:pt x="0" y="0"/>
                </a:moveTo>
                <a:lnTo>
                  <a:pt x="1743523" y="0"/>
                </a:lnTo>
                <a:lnTo>
                  <a:pt x="1743523" y="663663"/>
                </a:lnTo>
                <a:lnTo>
                  <a:pt x="0" y="663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Sales Analytics &amp; Business Intelligence Report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Sales Analytics &amp; Business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Write here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Write here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ApexPlanet Software Pvt. Ltd.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07//2026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STO</a:t>
            </a:r>
            <a:r>
              <a:rPr lang="en-US" sz="10885" spc="-85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RY TELLING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409" y="1299210"/>
            <a:ext cx="17701183" cy="895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Objective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objective of this project was to analyze sales data and transform it into meaningful business insights that support data-driven decision-making. Through exploratory analysis, customer segmentation, KPI tracking, and interactive dashboard development, the project aimed to identify sales trends, understand customer purchasing behavior, and uncover opportunities for business growth.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Objectives</a:t>
            </a:r>
          </a:p>
          <a:p>
            <a:pPr algn="just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Analyze overall sales performance using key business metrics.</a:t>
            </a:r>
          </a:p>
          <a:p>
            <a:pPr algn="just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Understand customer behavior through segmentation and demographic analysis.</a:t>
            </a:r>
          </a:p>
          <a:p>
            <a:pPr algn="just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Identify high-performing products, categories, and customer groups.</a:t>
            </a:r>
          </a:p>
          <a:p>
            <a:pPr algn="just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 an interactive dashboard for real-time business monitoring.</a:t>
            </a:r>
          </a:p>
          <a:p>
            <a:pPr algn="just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Provide actionable recommendations to improve revenue and customer engagement.</a:t>
            </a:r>
          </a:p>
          <a:p>
            <a:pPr algn="just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93409" y="242996"/>
            <a:ext cx="343233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540598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93409" y="3792140"/>
          <a:ext cx="11436041" cy="6066768"/>
        </p:xfrm>
        <a:graphic>
          <a:graphicData uri="http://schemas.openxmlformats.org/drawingml/2006/table">
            <a:tbl>
              <a:tblPr/>
              <a:tblGrid>
                <a:gridCol w="5997109"/>
                <a:gridCol w="5438932"/>
              </a:tblGrid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Total 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Unique Customers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Product Categories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Products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Multiple Products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Time Period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January 2025 – January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Cities Covered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Multiple Cities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Customer Age Groups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Gen Z, Millennials, Gen 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3409" y="1130618"/>
            <a:ext cx="16965891" cy="131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4"/>
              </a:lnSpc>
            </a:pPr>
            <a:r>
              <a:rPr lang="en-US" sz="25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project analyzes a retail sales dataset containing customer purchase transactions over a one-year period. The dataset was cleaned, validated, and prepared for analysis before performing exploratory data analysis, customer segmentation, KPI calculation, and dashboard development.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214421"/>
            <a:ext cx="4626613" cy="56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259073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09" y="2916972"/>
            <a:ext cx="3891321" cy="4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72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409" y="456477"/>
            <a:ext cx="8269408" cy="56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Overview (Continuation)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686" y="1251002"/>
            <a:ext cx="3259884" cy="4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72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Attributes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0686" y="1958161"/>
            <a:ext cx="7274322" cy="372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dataset includes the following key fields: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Order ID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Order Date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Customer ID &amp; Customer Name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Age &amp; Gender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City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Product &amp; Category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Quantity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Unit Price</a:t>
            </a:r>
          </a:p>
          <a:p>
            <a:pPr algn="l" marL="646303" indent="-323151" lvl="1">
              <a:lnSpc>
                <a:spcPts val="2993"/>
              </a:lnSpc>
              <a:buFont typeface="Arial"/>
              <a:buChar char="•"/>
            </a:pPr>
            <a:r>
              <a:rPr lang="en-US" sz="2993" spc="-23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Total Sales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92525" y="1254443"/>
            <a:ext cx="3163292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Takeaway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3812" y="1971278"/>
            <a:ext cx="6060717" cy="317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3596" spc="-2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dataset provides a comprehensive view of customer purchases, sales performance, and demographic information, enabling meaningful business analysis and strategic decision-making.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90538"/>
            <a:ext cx="2763475" cy="343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📄 1000 Records</a:t>
            </a:r>
          </a:p>
          <a:p>
            <a:pPr algn="l">
              <a:lnSpc>
                <a:spcPts val="2481"/>
              </a:lnSpc>
              <a:spcBef>
                <a:spcPct val="0"/>
              </a:spcBef>
            </a:pPr>
          </a:p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👥 947 Customers</a:t>
            </a:r>
          </a:p>
          <a:p>
            <a:pPr algn="l">
              <a:lnSpc>
                <a:spcPts val="2481"/>
              </a:lnSpc>
              <a:spcBef>
                <a:spcPct val="0"/>
              </a:spcBef>
            </a:pPr>
          </a:p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🛍️ 5 Categories</a:t>
            </a:r>
          </a:p>
          <a:p>
            <a:pPr algn="l">
              <a:lnSpc>
                <a:spcPts val="2481"/>
              </a:lnSpc>
              <a:spcBef>
                <a:spcPct val="0"/>
              </a:spcBef>
            </a:pPr>
          </a:p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📅 13 Months</a:t>
            </a:r>
          </a:p>
          <a:p>
            <a:pPr algn="l">
              <a:lnSpc>
                <a:spcPts val="2481"/>
              </a:lnSpc>
              <a:spcBef>
                <a:spcPct val="0"/>
              </a:spcBef>
            </a:pPr>
          </a:p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🏙️ Multiple Cities</a:t>
            </a:r>
          </a:p>
          <a:p>
            <a:pPr algn="l">
              <a:lnSpc>
                <a:spcPts val="2481"/>
              </a:lnSpc>
              <a:spcBef>
                <a:spcPct val="0"/>
              </a:spcBef>
            </a:pPr>
          </a:p>
          <a:p>
            <a:pPr algn="l">
              <a:lnSpc>
                <a:spcPts val="2481"/>
              </a:lnSpc>
              <a:spcBef>
                <a:spcPct val="0"/>
              </a:spcBef>
            </a:pPr>
            <a:r>
              <a:rPr lang="en-US" sz="2481" spc="-19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👨‍👩‍👧 3 Age Groups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8245" y="5910871"/>
            <a:ext cx="3888581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79818" y="5980760"/>
            <a:ext cx="2938462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low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7492" y="6642938"/>
            <a:ext cx="3323113" cy="314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Raw Dataset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  ↓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Cleaning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  ↓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EDA &amp; SQL Analysis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  ↓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Segmentation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  ↓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Interactive Dashboard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  ↓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261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93409" y="2457995"/>
          <a:ext cx="9429750" cy="2514600"/>
        </p:xfrm>
        <a:graphic>
          <a:graphicData uri="http://schemas.openxmlformats.org/presentationml/2006/ole">
            <p:oleObj imgW="11315700" imgH="4394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3409" y="456477"/>
            <a:ext cx="8850591" cy="56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Performance Indicators (KPIs)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174379"/>
            <a:ext cx="17259300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The following KPIs provide a snapshot of the overall business performance based on the analyzed sales dataset.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3409" y="5847345"/>
            <a:ext cx="3570784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Observation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09" y="6471423"/>
            <a:ext cx="17259300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The business generated ₹139.40 million in revenue from 992 orders, with an average order value of ₹140.5K, indicating strong revenue generation and customer spending.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0457" y="2959039"/>
            <a:ext cx="6784288" cy="4243961"/>
          </a:xfrm>
          <a:custGeom>
            <a:avLst/>
            <a:gdLst/>
            <a:ahLst/>
            <a:cxnLst/>
            <a:rect r="r" b="b" t="t" l="l"/>
            <a:pathLst>
              <a:path h="4243961" w="6784288">
                <a:moveTo>
                  <a:pt x="0" y="0"/>
                </a:moveTo>
                <a:lnTo>
                  <a:pt x="6784289" y="0"/>
                </a:lnTo>
                <a:lnTo>
                  <a:pt x="6784289" y="4243961"/>
                </a:lnTo>
                <a:lnTo>
                  <a:pt x="0" y="4243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59334"/>
            <a:ext cx="8645364" cy="56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Segmentation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174379"/>
            <a:ext cx="17994591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3570" spc="-282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Customer Segmentation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To better understand customer purchasing behavior, customers were segmented into High Value, Medium Value, and Low Value groups based on their total purchase value.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14509" y="3946375"/>
            <a:ext cx="2652415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7327" y="4697132"/>
            <a:ext cx="6268542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 Value → 65.8% Revenue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Medium Value → Growth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Low Value → Opportunity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688775"/>
            <a:ext cx="16230600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💡 Business Recommendation:</a:t>
            </a:r>
          </a:p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Focus on retaining High Value customers while nurturing Medium and Low Value customers through targeted marketing and loyalty initiatives.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4697" y="2799079"/>
            <a:ext cx="5556269" cy="5336090"/>
          </a:xfrm>
          <a:custGeom>
            <a:avLst/>
            <a:gdLst/>
            <a:ahLst/>
            <a:cxnLst/>
            <a:rect r="r" b="b" t="t" l="l"/>
            <a:pathLst>
              <a:path h="5336090" w="5556269">
                <a:moveTo>
                  <a:pt x="0" y="0"/>
                </a:moveTo>
                <a:lnTo>
                  <a:pt x="5556269" y="0"/>
                </a:lnTo>
                <a:lnTo>
                  <a:pt x="5556269" y="5336091"/>
                </a:lnTo>
                <a:lnTo>
                  <a:pt x="0" y="5336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409" y="464985"/>
            <a:ext cx="8645364" cy="5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 Category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410626"/>
            <a:ext cx="17994591" cy="18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To identify the highest-performing product segments, sales were analyzed across all product categories. This analysis highlights the categories contributing the most to overall revenue and helps identify areas for future business growth.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588856" y="2753651"/>
            <a:ext cx="2652415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4562" y="3687048"/>
            <a:ext cx="11303438" cy="405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💻 Electron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ics generated the highest revenue (₹50.78M) and led all categories.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📚 Education ranked second, showing strong customer demand.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👕 Fashion recorded the lowest revenue, indicating room for growth.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📈 Electronics and Education together contributed over 54% of total revenue.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409" y="8201845"/>
            <a:ext cx="17994591" cy="18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💡 Business Recommendation:</a:t>
            </a:r>
          </a:p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Increase investment in the Electronics category to maximize revenue while introducing promotional campaigns and targeted marketing strategies to improve the performance of the Fashion category.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3409" y="3297602"/>
            <a:ext cx="6978205" cy="4317619"/>
          </a:xfrm>
          <a:custGeom>
            <a:avLst/>
            <a:gdLst/>
            <a:ahLst/>
            <a:cxnLst/>
            <a:rect r="r" b="b" t="t" l="l"/>
            <a:pathLst>
              <a:path h="4317619" w="6978205">
                <a:moveTo>
                  <a:pt x="0" y="0"/>
                </a:moveTo>
                <a:lnTo>
                  <a:pt x="6978205" y="0"/>
                </a:lnTo>
                <a:lnTo>
                  <a:pt x="6978205" y="4317619"/>
                </a:lnTo>
                <a:lnTo>
                  <a:pt x="0" y="4317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409" y="464985"/>
            <a:ext cx="17290590" cy="5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Demographics – Age Group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410626"/>
            <a:ext cx="17994591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</a:t>
            </a: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nderstanding customer demographics helps identify the most valuable customer groups and supports targeted marketing strategies. Revenue and order analysis by age group reveals the purchasing patterns of different generations.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88856" y="2753651"/>
            <a:ext cx="2652415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4562" y="3687048"/>
            <a:ext cx="11303438" cy="405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💻 Electron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ics generated the highest revenue (₹50.78M) and led all categories.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📚 Education ranked second, showing strong customer demand.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👕 Fashion recorded the lowest revenue, indicating room for growth.</a:t>
            </a:r>
          </a:p>
          <a:p>
            <a:pPr algn="l" marL="770763" indent="-385382" lvl="1">
              <a:lnSpc>
                <a:spcPts val="3570"/>
              </a:lnSpc>
              <a:spcBef>
                <a:spcPct val="0"/>
              </a:spcBef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📈 Electronics and Education together contributed over 54% of total revenue.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409" y="8201845"/>
            <a:ext cx="17994591" cy="18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💡 Business Recommendation:</a:t>
            </a:r>
          </a:p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Increase investment in the Electronics category to maximize revenue while introducing promotional campaigns and targeted marketing strategies to improve the performance of the Fashion category.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3409" y="3844210"/>
            <a:ext cx="6830540" cy="3288475"/>
          </a:xfrm>
          <a:custGeom>
            <a:avLst/>
            <a:gdLst/>
            <a:ahLst/>
            <a:cxnLst/>
            <a:rect r="r" b="b" t="t" l="l"/>
            <a:pathLst>
              <a:path h="3288475" w="6830540">
                <a:moveTo>
                  <a:pt x="0" y="0"/>
                </a:moveTo>
                <a:lnTo>
                  <a:pt x="6830539" y="0"/>
                </a:lnTo>
                <a:lnTo>
                  <a:pt x="6830539" y="3288476"/>
                </a:lnTo>
                <a:lnTo>
                  <a:pt x="0" y="328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409" y="464985"/>
            <a:ext cx="17290590" cy="5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3"/>
              </a:lnSpc>
              <a:spcBef>
                <a:spcPct val="0"/>
              </a:spcBef>
            </a:pPr>
            <a:r>
              <a:rPr lang="en-US" sz="4193" spc="-3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Monthly Sales Trend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410626"/>
            <a:ext cx="17994591" cy="18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nalyzing monthly sales trends helps identify seasonal patterns, peak-performing periods, and fluctuations in business performance. These insights support better forecasting, inventory planning, and marketing decisions.</a:t>
            </a:r>
          </a:p>
          <a:p>
            <a:pPr algn="l">
              <a:lnSpc>
                <a:spcPts val="357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588856" y="3095101"/>
            <a:ext cx="2652415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4562" y="3891835"/>
            <a:ext cx="11303438" cy="436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405" indent="-342203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📈 M</a:t>
            </a: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 2025 recorded the highest monthly revenue (₹13.06 Million), indicating peak sales performance.</a:t>
            </a:r>
          </a:p>
          <a:p>
            <a:pPr algn="l" marL="684405" indent="-342203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📊 Sales remained stable throughout 2025, consistently generating between ₹9M–₹13M per month.</a:t>
            </a:r>
          </a:p>
          <a:p>
            <a:pPr algn="l" marL="684405" indent="-342203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🚀</a:t>
            </a: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Q4 (October–December) showed strong revenue, reflecting sustained customer demand toward the end of the year.</a:t>
            </a:r>
          </a:p>
          <a:p>
            <a:pPr algn="l" marL="684405" indent="-342203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3170" spc="-2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📅 January 2026 shows lower revenue because it contains partial data and should not be compared directly with previous months.</a:t>
            </a:r>
          </a:p>
          <a:p>
            <a:pPr algn="l">
              <a:lnSpc>
                <a:spcPts val="267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409" y="8201845"/>
            <a:ext cx="17994591" cy="18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💡 Business Recommendation:</a:t>
            </a:r>
          </a:p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Leverage the high-performing periods by planning promotional campaigns, maintaining adequate inventory, and strengthening marketing efforts before peak sales months to maximize revenue.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5684" y="0"/>
            <a:ext cx="7107571" cy="3260598"/>
          </a:xfrm>
          <a:custGeom>
            <a:avLst/>
            <a:gdLst/>
            <a:ahLst/>
            <a:cxnLst/>
            <a:rect r="r" b="b" t="t" l="l"/>
            <a:pathLst>
              <a:path h="3260598" w="7107571">
                <a:moveTo>
                  <a:pt x="0" y="0"/>
                </a:moveTo>
                <a:lnTo>
                  <a:pt x="7107571" y="0"/>
                </a:lnTo>
                <a:lnTo>
                  <a:pt x="7107571" y="3260598"/>
                </a:lnTo>
                <a:lnTo>
                  <a:pt x="0" y="3260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5684" y="3260598"/>
            <a:ext cx="7107571" cy="2078965"/>
          </a:xfrm>
          <a:custGeom>
            <a:avLst/>
            <a:gdLst/>
            <a:ahLst/>
            <a:cxnLst/>
            <a:rect r="r" b="b" t="t" l="l"/>
            <a:pathLst>
              <a:path h="2078965" w="7107571">
                <a:moveTo>
                  <a:pt x="0" y="0"/>
                </a:moveTo>
                <a:lnTo>
                  <a:pt x="7107571" y="0"/>
                </a:lnTo>
                <a:lnTo>
                  <a:pt x="7107571" y="2078965"/>
                </a:lnTo>
                <a:lnTo>
                  <a:pt x="0" y="207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25684" y="5339563"/>
            <a:ext cx="7107571" cy="2163367"/>
          </a:xfrm>
          <a:custGeom>
            <a:avLst/>
            <a:gdLst/>
            <a:ahLst/>
            <a:cxnLst/>
            <a:rect r="r" b="b" t="t" l="l"/>
            <a:pathLst>
              <a:path h="2163367" w="7107571">
                <a:moveTo>
                  <a:pt x="0" y="0"/>
                </a:moveTo>
                <a:lnTo>
                  <a:pt x="7107571" y="0"/>
                </a:lnTo>
                <a:lnTo>
                  <a:pt x="7107571" y="2163367"/>
                </a:lnTo>
                <a:lnTo>
                  <a:pt x="0" y="2163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5684" y="7502930"/>
            <a:ext cx="7107571" cy="2696435"/>
          </a:xfrm>
          <a:custGeom>
            <a:avLst/>
            <a:gdLst/>
            <a:ahLst/>
            <a:cxnLst/>
            <a:rect r="r" b="b" t="t" l="l"/>
            <a:pathLst>
              <a:path h="2696435" w="7107571">
                <a:moveTo>
                  <a:pt x="0" y="0"/>
                </a:moveTo>
                <a:lnTo>
                  <a:pt x="7107571" y="0"/>
                </a:lnTo>
                <a:lnTo>
                  <a:pt x="7107571" y="2696434"/>
                </a:lnTo>
                <a:lnTo>
                  <a:pt x="0" y="269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3409" y="271347"/>
            <a:ext cx="1729059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Interactive Sales Analytics Dashboard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409" y="1095375"/>
            <a:ext cx="433834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Dashboard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3409" y="1687449"/>
            <a:ext cx="10432276" cy="559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📈 </a:t>
            </a:r>
            <a:r>
              <a:rPr lang="en-US" b="true" sz="2999" spc="-23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Real-Time KPI Cards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Quick overview of Total Revenue, Orders, Customers, Units Sold, Average Order Value, and Revenue per Customer.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🔍</a:t>
            </a:r>
            <a:r>
              <a:rPr lang="en-US" b="true" sz="2999" spc="-23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Interactive Filters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Filter data by Category, Month, Age Group, Gender, and City for customized analysis.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📊 </a:t>
            </a:r>
            <a:r>
              <a:rPr lang="en-US" b="true" sz="2999" spc="-23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Dynamic Visualizations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Interactive charts displaying monthly sales trends, category performance, customer demographics, and revenue distribution.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👥 </a:t>
            </a:r>
            <a:r>
              <a:rPr lang="en-US" b="true" sz="2999" spc="-23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Customer Segmentation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Analyze High, Medium, and Low Value customer groups to understand purchasing behavior.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999" spc="-23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💡 Business Insights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999" spc="-23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Visual summaries and key findings that support data-driven business decisions.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409" y="7569605"/>
            <a:ext cx="3593505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Business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409" y="8317508"/>
            <a:ext cx="10687688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237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The dashboard enables stakeholders to monitor business performance in real time, identify trends, evaluate customer behavior, and make informed strategic decisions through interactive data exploration.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10437" y="108088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409" y="271347"/>
            <a:ext cx="8431627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Strategic Business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409" y="1095375"/>
            <a:ext cx="6183807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Key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1687449"/>
            <a:ext cx="17354853" cy="522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💎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 High-Value Customers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Implement loyalty programs and personalized offers to increase customer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ntion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nd life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ti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va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💻 Strengthen Electronics Category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Expand product offerings and continue promotional campaigns for the highest-performing category.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👨‍💼 T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rget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gh-Spend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 Customer Groups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Focus marketing efforts on Millennials and Gen X, as they generate the highest revenue.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👕 Boost Underperforming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eg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Inc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ease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pro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tion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 and optimize pricing strategies for the Fashion category to improve sales.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📈 Leverage Peak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Sal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es 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Per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od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Plan marketing campaigns and inventory management around high-performing months to maximize revenue.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3409" y="6709727"/>
            <a:ext cx="6310346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Expected 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Business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09" y="7463659"/>
            <a:ext cx="12098630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19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📈</a:t>
            </a: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Increase customer retention and repeat purchases.</a:t>
            </a:r>
          </a:p>
          <a:p>
            <a:pPr algn="l" marL="690879" indent="-345439" lvl="1">
              <a:lnSpc>
                <a:spcPts val="319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💰 Improve overall revenue and profitability.</a:t>
            </a:r>
          </a:p>
          <a:p>
            <a:pPr algn="l" marL="690879" indent="-345439" lvl="1">
              <a:lnSpc>
                <a:spcPts val="319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🎯 Enhance marketing effectiveness through targeted campaigns.</a:t>
            </a:r>
          </a:p>
          <a:p>
            <a:pPr algn="l" marL="690879" indent="-345439" lvl="1">
              <a:lnSpc>
                <a:spcPts val="319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25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📊 Support faster, data-driven business decisions.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409" y="271347"/>
            <a:ext cx="8431627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409" y="809700"/>
            <a:ext cx="17259300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This project successfully transformed raw sales data into meaningful business insights through data analysis, customer segmentation, KPI evaluation, and interactive dashboard development.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3409" y="2632184"/>
            <a:ext cx="3891756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Outcomes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3409" y="3374136"/>
            <a:ext cx="17994591" cy="36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763" indent="-385382" lvl="1">
              <a:lnSpc>
                <a:spcPts val="3570"/>
              </a:lnSpc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Identified key revenue drivers and customer segments through comprehensive data analysis.</a:t>
            </a:r>
          </a:p>
          <a:p>
            <a:pPr algn="l" marL="770763" indent="-385382" lvl="1">
              <a:lnSpc>
                <a:spcPts val="3570"/>
              </a:lnSpc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Evaluated sales performance across product categories, customer demographics, and monthly trends.</a:t>
            </a:r>
          </a:p>
          <a:p>
            <a:pPr algn="l" marL="770763" indent="-385382" lvl="1">
              <a:lnSpc>
                <a:spcPts val="3570"/>
              </a:lnSpc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Developed an interactive dashboard to monitor KPIs and support real-time business insights.</a:t>
            </a:r>
          </a:p>
          <a:p>
            <a:pPr algn="l" marL="770763" indent="-385382" lvl="1">
              <a:lnSpc>
                <a:spcPts val="3570"/>
              </a:lnSpc>
              <a:buFont typeface="Arial"/>
              <a:buChar char="•"/>
            </a:pPr>
            <a:r>
              <a:rPr lang="en-US" sz="3570" spc="-28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Provided data-driven recommendations to improve customer retention, optimize product strategies, and support business growth.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891272"/>
            <a:ext cx="18288000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Data-driven decision-making empowers businesses to understand customer behavior, monitor performance, and make informed strategic decisions that drive sustainable growth.”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5011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520993"/>
            <a:ext cx="18288000" cy="13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</a:t>
            </a: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Data-driven decision-making empowers businesses to understand customer behavior, monitor performance, and make informed strategic decisions that drive sustainable growth.”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08816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57665" y="5324475"/>
            <a:ext cx="517267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spc="-789">
                <a:solidFill>
                  <a:srgbClr val="000000"/>
                </a:solidFill>
                <a:latin typeface="Stinger Fit"/>
                <a:ea typeface="Stinger Fit"/>
                <a:cs typeface="Stinger Fit"/>
                <a:sym typeface="Stinger Fit"/>
              </a:rPr>
              <a:t>Thank You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585133" y="142089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DAHOQCJEMCI</dc:identifier>
  <dcterms:modified xsi:type="dcterms:W3CDTF">2011-08-01T06:04:30Z</dcterms:modified>
  <cp:revision>1</cp:revision>
</cp:coreProperties>
</file>